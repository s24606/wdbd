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C4D566-4531-E10F-0CAA-369F3D1DAA53}" v="165" dt="2026-03-12T17:22:30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z Zbikowski" userId="S::mateusz.zbikowski@pjwstk.edu.pl::89f002ce-8a61-4f7d-aa35-8aef39ed6d16" providerId="AD" clId="Web-{F6636D6C-12ED-E6F5-E95B-B52AE8E11765}"/>
    <pc:docChg chg="addSld modSld">
      <pc:chgData name="Mateusz Zbikowski" userId="S::mateusz.zbikowski@pjwstk.edu.pl::89f002ce-8a61-4f7d-aa35-8aef39ed6d16" providerId="AD" clId="Web-{F6636D6C-12ED-E6F5-E95B-B52AE8E11765}" dt="2025-10-08T14:56:41.486" v="133" actId="20577"/>
      <pc:docMkLst>
        <pc:docMk/>
      </pc:docMkLst>
      <pc:sldChg chg="modSp new">
        <pc:chgData name="Mateusz Zbikowski" userId="S::mateusz.zbikowski@pjwstk.edu.pl::89f002ce-8a61-4f7d-aa35-8aef39ed6d16" providerId="AD" clId="Web-{F6636D6C-12ED-E6F5-E95B-B52AE8E11765}" dt="2025-10-08T13:58:34.099" v="6" actId="20577"/>
        <pc:sldMkLst>
          <pc:docMk/>
          <pc:sldMk cId="2679901278" sldId="262"/>
        </pc:sldMkLst>
        <pc:spChg chg="mod">
          <ac:chgData name="Mateusz Zbikowski" userId="S::mateusz.zbikowski@pjwstk.edu.pl::89f002ce-8a61-4f7d-aa35-8aef39ed6d16" providerId="AD" clId="Web-{F6636D6C-12ED-E6F5-E95B-B52AE8E11765}" dt="2025-10-08T13:56:39.627" v="3" actId="20577"/>
          <ac:spMkLst>
            <pc:docMk/>
            <pc:sldMk cId="2679901278" sldId="262"/>
            <ac:spMk id="2" creationId="{DAE9D2AF-905E-B4E2-69AE-ECADB75D3556}"/>
          </ac:spMkLst>
        </pc:spChg>
        <pc:spChg chg="mod">
          <ac:chgData name="Mateusz Zbikowski" userId="S::mateusz.zbikowski@pjwstk.edu.pl::89f002ce-8a61-4f7d-aa35-8aef39ed6d16" providerId="AD" clId="Web-{F6636D6C-12ED-E6F5-E95B-B52AE8E11765}" dt="2025-10-08T13:58:34.099" v="6" actId="20577"/>
          <ac:spMkLst>
            <pc:docMk/>
            <pc:sldMk cId="2679901278" sldId="262"/>
            <ac:spMk id="3" creationId="{E68B82CE-3386-54D6-9EC1-E37756C325B8}"/>
          </ac:spMkLst>
        </pc:spChg>
      </pc:sldChg>
      <pc:sldChg chg="modSp new">
        <pc:chgData name="Mateusz Zbikowski" userId="S::mateusz.zbikowski@pjwstk.edu.pl::89f002ce-8a61-4f7d-aa35-8aef39ed6d16" providerId="AD" clId="Web-{F6636D6C-12ED-E6F5-E95B-B52AE8E11765}" dt="2025-10-08T14:56:04.736" v="129" actId="20577"/>
        <pc:sldMkLst>
          <pc:docMk/>
          <pc:sldMk cId="1048094247" sldId="263"/>
        </pc:sldMkLst>
        <pc:spChg chg="mod">
          <ac:chgData name="Mateusz Zbikowski" userId="S::mateusz.zbikowski@pjwstk.edu.pl::89f002ce-8a61-4f7d-aa35-8aef39ed6d16" providerId="AD" clId="Web-{F6636D6C-12ED-E6F5-E95B-B52AE8E11765}" dt="2025-10-08T14:13:35.675" v="37" actId="20577"/>
          <ac:spMkLst>
            <pc:docMk/>
            <pc:sldMk cId="1048094247" sldId="263"/>
            <ac:spMk id="2" creationId="{EE30B342-A715-7E7A-A71F-682B86F304E9}"/>
          </ac:spMkLst>
        </pc:spChg>
        <pc:spChg chg="mod">
          <ac:chgData name="Mateusz Zbikowski" userId="S::mateusz.zbikowski@pjwstk.edu.pl::89f002ce-8a61-4f7d-aa35-8aef39ed6d16" providerId="AD" clId="Web-{F6636D6C-12ED-E6F5-E95B-B52AE8E11765}" dt="2025-10-08T14:56:04.736" v="129" actId="20577"/>
          <ac:spMkLst>
            <pc:docMk/>
            <pc:sldMk cId="1048094247" sldId="263"/>
            <ac:spMk id="3" creationId="{C8C9794B-3C3E-686B-C3D1-1F9CE001E0FE}"/>
          </ac:spMkLst>
        </pc:spChg>
      </pc:sldChg>
      <pc:sldChg chg="modSp new">
        <pc:chgData name="Mateusz Zbikowski" userId="S::mateusz.zbikowski@pjwstk.edu.pl::89f002ce-8a61-4f7d-aa35-8aef39ed6d16" providerId="AD" clId="Web-{F6636D6C-12ED-E6F5-E95B-B52AE8E11765}" dt="2025-10-08T14:56:41.486" v="133" actId="20577"/>
        <pc:sldMkLst>
          <pc:docMk/>
          <pc:sldMk cId="981924992" sldId="264"/>
        </pc:sldMkLst>
        <pc:spChg chg="mod">
          <ac:chgData name="Mateusz Zbikowski" userId="S::mateusz.zbikowski@pjwstk.edu.pl::89f002ce-8a61-4f7d-aa35-8aef39ed6d16" providerId="AD" clId="Web-{F6636D6C-12ED-E6F5-E95B-B52AE8E11765}" dt="2025-10-08T14:13:58.972" v="43" actId="20577"/>
          <ac:spMkLst>
            <pc:docMk/>
            <pc:sldMk cId="981924992" sldId="264"/>
            <ac:spMk id="2" creationId="{09751302-FBD6-5E71-72C2-D836AA66D596}"/>
          </ac:spMkLst>
        </pc:spChg>
        <pc:spChg chg="mod">
          <ac:chgData name="Mateusz Zbikowski" userId="S::mateusz.zbikowski@pjwstk.edu.pl::89f002ce-8a61-4f7d-aa35-8aef39ed6d16" providerId="AD" clId="Web-{F6636D6C-12ED-E6F5-E95B-B52AE8E11765}" dt="2025-10-08T14:56:41.486" v="133" actId="20577"/>
          <ac:spMkLst>
            <pc:docMk/>
            <pc:sldMk cId="981924992" sldId="264"/>
            <ac:spMk id="3" creationId="{0F718FD0-7F92-C86B-E66B-4255C4C5C18A}"/>
          </ac:spMkLst>
        </pc:spChg>
      </pc:sldChg>
      <pc:sldChg chg="modSp new">
        <pc:chgData name="Mateusz Zbikowski" userId="S::mateusz.zbikowski@pjwstk.edu.pl::89f002ce-8a61-4f7d-aa35-8aef39ed6d16" providerId="AD" clId="Web-{F6636D6C-12ED-E6F5-E95B-B52AE8E11765}" dt="2025-10-08T14:15:04.957" v="64" actId="20577"/>
        <pc:sldMkLst>
          <pc:docMk/>
          <pc:sldMk cId="1277272527" sldId="265"/>
        </pc:sldMkLst>
        <pc:spChg chg="mod">
          <ac:chgData name="Mateusz Zbikowski" userId="S::mateusz.zbikowski@pjwstk.edu.pl::89f002ce-8a61-4f7d-aa35-8aef39ed6d16" providerId="AD" clId="Web-{F6636D6C-12ED-E6F5-E95B-B52AE8E11765}" dt="2025-10-08T14:14:44.504" v="59" actId="20577"/>
          <ac:spMkLst>
            <pc:docMk/>
            <pc:sldMk cId="1277272527" sldId="265"/>
            <ac:spMk id="2" creationId="{95414341-9CE5-F3B9-BB06-EA72DE7B3A88}"/>
          </ac:spMkLst>
        </pc:spChg>
        <pc:spChg chg="mod">
          <ac:chgData name="Mateusz Zbikowski" userId="S::mateusz.zbikowski@pjwstk.edu.pl::89f002ce-8a61-4f7d-aa35-8aef39ed6d16" providerId="AD" clId="Web-{F6636D6C-12ED-E6F5-E95B-B52AE8E11765}" dt="2025-10-08T14:15:04.957" v="64" actId="20577"/>
          <ac:spMkLst>
            <pc:docMk/>
            <pc:sldMk cId="1277272527" sldId="265"/>
            <ac:spMk id="3" creationId="{8B1B1E3C-323A-2681-118A-FBD143A3BD3F}"/>
          </ac:spMkLst>
        </pc:spChg>
      </pc:sldChg>
      <pc:sldChg chg="addSp delSp modSp new mod setBg">
        <pc:chgData name="Mateusz Zbikowski" userId="S::mateusz.zbikowski@pjwstk.edu.pl::89f002ce-8a61-4f7d-aa35-8aef39ed6d16" providerId="AD" clId="Web-{F6636D6C-12ED-E6F5-E95B-B52AE8E11765}" dt="2025-10-08T14:15:55.508" v="98"/>
        <pc:sldMkLst>
          <pc:docMk/>
          <pc:sldMk cId="3520378299" sldId="266"/>
        </pc:sldMkLst>
        <pc:spChg chg="mod">
          <ac:chgData name="Mateusz Zbikowski" userId="S::mateusz.zbikowski@pjwstk.edu.pl::89f002ce-8a61-4f7d-aa35-8aef39ed6d16" providerId="AD" clId="Web-{F6636D6C-12ED-E6F5-E95B-B52AE8E11765}" dt="2025-10-08T14:15:55.508" v="98"/>
          <ac:spMkLst>
            <pc:docMk/>
            <pc:sldMk cId="3520378299" sldId="266"/>
            <ac:spMk id="2" creationId="{0769C3FD-911D-54E0-DAD6-D2FB6C579AEC}"/>
          </ac:spMkLst>
        </pc:spChg>
        <pc:spChg chg="add">
          <ac:chgData name="Mateusz Zbikowski" userId="S::mateusz.zbikowski@pjwstk.edu.pl::89f002ce-8a61-4f7d-aa35-8aef39ed6d16" providerId="AD" clId="Web-{F6636D6C-12ED-E6F5-E95B-B52AE8E11765}" dt="2025-10-08T14:15:55.508" v="98"/>
          <ac:spMkLst>
            <pc:docMk/>
            <pc:sldMk cId="3520378299" sldId="266"/>
            <ac:spMk id="26" creationId="{A4AC5506-6312-4701-8D3C-40187889A947}"/>
          </ac:spMkLst>
        </pc:spChg>
        <pc:graphicFrameChg chg="add mod">
          <ac:chgData name="Mateusz Zbikowski" userId="S::mateusz.zbikowski@pjwstk.edu.pl::89f002ce-8a61-4f7d-aa35-8aef39ed6d16" providerId="AD" clId="Web-{F6636D6C-12ED-E6F5-E95B-B52AE8E11765}" dt="2025-10-08T14:15:55.508" v="98"/>
          <ac:graphicFrameMkLst>
            <pc:docMk/>
            <pc:sldMk cId="3520378299" sldId="266"/>
            <ac:graphicFrameMk id="21" creationId="{D93764AF-FE6D-0D33-9D22-9CCBDD5DD4F8}"/>
          </ac:graphicFrameMkLst>
        </pc:graphicFrameChg>
      </pc:sldChg>
      <pc:sldChg chg="modSp new">
        <pc:chgData name="Mateusz Zbikowski" userId="S::mateusz.zbikowski@pjwstk.edu.pl::89f002ce-8a61-4f7d-aa35-8aef39ed6d16" providerId="AD" clId="Web-{F6636D6C-12ED-E6F5-E95B-B52AE8E11765}" dt="2025-10-08T14:17:14.904" v="106" actId="20577"/>
        <pc:sldMkLst>
          <pc:docMk/>
          <pc:sldMk cId="1152280087" sldId="267"/>
        </pc:sldMkLst>
        <pc:spChg chg="mod">
          <ac:chgData name="Mateusz Zbikowski" userId="S::mateusz.zbikowski@pjwstk.edu.pl::89f002ce-8a61-4f7d-aa35-8aef39ed6d16" providerId="AD" clId="Web-{F6636D6C-12ED-E6F5-E95B-B52AE8E11765}" dt="2025-10-08T14:17:04.794" v="101" actId="20577"/>
          <ac:spMkLst>
            <pc:docMk/>
            <pc:sldMk cId="1152280087" sldId="267"/>
            <ac:spMk id="2" creationId="{3C794987-41E4-7891-8EA1-F4F89CFB02C4}"/>
          </ac:spMkLst>
        </pc:spChg>
        <pc:spChg chg="mod">
          <ac:chgData name="Mateusz Zbikowski" userId="S::mateusz.zbikowski@pjwstk.edu.pl::89f002ce-8a61-4f7d-aa35-8aef39ed6d16" providerId="AD" clId="Web-{F6636D6C-12ED-E6F5-E95B-B52AE8E11765}" dt="2025-10-08T14:17:14.904" v="106" actId="20577"/>
          <ac:spMkLst>
            <pc:docMk/>
            <pc:sldMk cId="1152280087" sldId="267"/>
            <ac:spMk id="3" creationId="{2EB9E065-2340-4EEF-D8E9-C90E182BDE94}"/>
          </ac:spMkLst>
        </pc:spChg>
      </pc:sldChg>
      <pc:sldChg chg="modSp new">
        <pc:chgData name="Mateusz Zbikowski" userId="S::mateusz.zbikowski@pjwstk.edu.pl::89f002ce-8a61-4f7d-aa35-8aef39ed6d16" providerId="AD" clId="Web-{F6636D6C-12ED-E6F5-E95B-B52AE8E11765}" dt="2025-10-08T14:19:27.411" v="124" actId="20577"/>
        <pc:sldMkLst>
          <pc:docMk/>
          <pc:sldMk cId="1848468844" sldId="268"/>
        </pc:sldMkLst>
        <pc:spChg chg="mod">
          <ac:chgData name="Mateusz Zbikowski" userId="S::mateusz.zbikowski@pjwstk.edu.pl::89f002ce-8a61-4f7d-aa35-8aef39ed6d16" providerId="AD" clId="Web-{F6636D6C-12ED-E6F5-E95B-B52AE8E11765}" dt="2025-10-08T14:19:17.317" v="121" actId="20577"/>
          <ac:spMkLst>
            <pc:docMk/>
            <pc:sldMk cId="1848468844" sldId="268"/>
            <ac:spMk id="2" creationId="{7B16A18B-2257-D84E-185B-87F57232894C}"/>
          </ac:spMkLst>
        </pc:spChg>
        <pc:spChg chg="mod">
          <ac:chgData name="Mateusz Zbikowski" userId="S::mateusz.zbikowski@pjwstk.edu.pl::89f002ce-8a61-4f7d-aa35-8aef39ed6d16" providerId="AD" clId="Web-{F6636D6C-12ED-E6F5-E95B-B52AE8E11765}" dt="2025-10-08T14:19:27.411" v="124" actId="20577"/>
          <ac:spMkLst>
            <pc:docMk/>
            <pc:sldMk cId="1848468844" sldId="268"/>
            <ac:spMk id="3" creationId="{369E8430-BC26-9265-61D3-40427D45F864}"/>
          </ac:spMkLst>
        </pc:spChg>
      </pc:sldChg>
    </pc:docChg>
  </pc:docChgLst>
  <pc:docChgLst>
    <pc:chgData name="Mateusz Zbikowski" userId="S::mateusz.zbikowski@pjwstk.edu.pl::89f002ce-8a61-4f7d-aa35-8aef39ed6d16" providerId="AD" clId="Web-{45C4D566-4531-E10F-0CAA-369F3D1DAA53}"/>
    <pc:docChg chg="addSld modSld">
      <pc:chgData name="Mateusz Zbikowski" userId="S::mateusz.zbikowski@pjwstk.edu.pl::89f002ce-8a61-4f7d-aa35-8aef39ed6d16" providerId="AD" clId="Web-{45C4D566-4531-E10F-0CAA-369F3D1DAA53}" dt="2026-03-12T17:22:30.074" v="164" actId="1076"/>
      <pc:docMkLst>
        <pc:docMk/>
      </pc:docMkLst>
      <pc:sldChg chg="modSp">
        <pc:chgData name="Mateusz Zbikowski" userId="S::mateusz.zbikowski@pjwstk.edu.pl::89f002ce-8a61-4f7d-aa35-8aef39ed6d16" providerId="AD" clId="Web-{45C4D566-4531-E10F-0CAA-369F3D1DAA53}" dt="2026-03-12T16:57:45.830" v="2" actId="20577"/>
        <pc:sldMkLst>
          <pc:docMk/>
          <pc:sldMk cId="3719515274" sldId="258"/>
        </pc:sldMkLst>
        <pc:spChg chg="mod">
          <ac:chgData name="Mateusz Zbikowski" userId="S::mateusz.zbikowski@pjwstk.edu.pl::89f002ce-8a61-4f7d-aa35-8aef39ed6d16" providerId="AD" clId="Web-{45C4D566-4531-E10F-0CAA-369F3D1DAA53}" dt="2026-03-12T16:57:45.830" v="2" actId="20577"/>
          <ac:spMkLst>
            <pc:docMk/>
            <pc:sldMk cId="3719515274" sldId="258"/>
            <ac:spMk id="9" creationId="{F21B4C55-4DCD-4F88-A65B-78A1E141DECF}"/>
          </ac:spMkLst>
        </pc:spChg>
      </pc:sldChg>
      <pc:sldChg chg="addSp delSp modSp new">
        <pc:chgData name="Mateusz Zbikowski" userId="S::mateusz.zbikowski@pjwstk.edu.pl::89f002ce-8a61-4f7d-aa35-8aef39ed6d16" providerId="AD" clId="Web-{45C4D566-4531-E10F-0CAA-369F3D1DAA53}" dt="2026-03-12T17:22:30.074" v="164" actId="1076"/>
        <pc:sldMkLst>
          <pc:docMk/>
          <pc:sldMk cId="3563634044" sldId="269"/>
        </pc:sldMkLst>
        <pc:spChg chg="del">
          <ac:chgData name="Mateusz Zbikowski" userId="S::mateusz.zbikowski@pjwstk.edu.pl::89f002ce-8a61-4f7d-aa35-8aef39ed6d16" providerId="AD" clId="Web-{45C4D566-4531-E10F-0CAA-369F3D1DAA53}" dt="2026-03-12T17:07:59.229" v="4"/>
          <ac:spMkLst>
            <pc:docMk/>
            <pc:sldMk cId="3563634044" sldId="269"/>
            <ac:spMk id="2" creationId="{F664AA49-1F90-559F-3913-7191498BB067}"/>
          </ac:spMkLst>
        </pc:spChg>
        <pc:spChg chg="del">
          <ac:chgData name="Mateusz Zbikowski" userId="S::mateusz.zbikowski@pjwstk.edu.pl::89f002ce-8a61-4f7d-aa35-8aef39ed6d16" providerId="AD" clId="Web-{45C4D566-4531-E10F-0CAA-369F3D1DAA53}" dt="2026-03-12T17:08:03.510" v="5"/>
          <ac:spMkLst>
            <pc:docMk/>
            <pc:sldMk cId="3563634044" sldId="269"/>
            <ac:spMk id="3" creationId="{20E7064D-05B0-9C1E-2BC2-8A4718BC9DE4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46.244" v="132" actId="1076"/>
          <ac:spMkLst>
            <pc:docMk/>
            <pc:sldMk cId="3563634044" sldId="269"/>
            <ac:spMk id="4" creationId="{46FBC1ED-DEFF-B030-7B59-D3098E63535E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21:53.527" v="162" actId="20577"/>
          <ac:spMkLst>
            <pc:docMk/>
            <pc:sldMk cId="3563634044" sldId="269"/>
            <ac:spMk id="5" creationId="{09D05C43-CFCA-1FDC-E602-AF82B7EB3117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46.260" v="134" actId="1076"/>
          <ac:spMkLst>
            <pc:docMk/>
            <pc:sldMk cId="3563634044" sldId="269"/>
            <ac:spMk id="6" creationId="{0F6B082C-40D5-E175-2F48-ADCF8E494830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46.275" v="135" actId="1076"/>
          <ac:spMkLst>
            <pc:docMk/>
            <pc:sldMk cId="3563634044" sldId="269"/>
            <ac:spMk id="7" creationId="{AA07D7E9-AC84-2B7E-F8F4-03540074DF61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46.275" v="136" actId="1076"/>
          <ac:spMkLst>
            <pc:docMk/>
            <pc:sldMk cId="3563634044" sldId="269"/>
            <ac:spMk id="8" creationId="{798F14B1-CDA8-C51D-9911-9B0495B015B2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46.291" v="137" actId="1076"/>
          <ac:spMkLst>
            <pc:docMk/>
            <pc:sldMk cId="3563634044" sldId="269"/>
            <ac:spMk id="9" creationId="{4F2CEDAB-CCA2-3B8E-44F8-7F0FB4A1CAF1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46.307" v="138" actId="1076"/>
          <ac:spMkLst>
            <pc:docMk/>
            <pc:sldMk cId="3563634044" sldId="269"/>
            <ac:spMk id="10" creationId="{F0DCC113-ACD2-0607-DB18-25DE90B36B14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46.307" v="139" actId="1076"/>
          <ac:spMkLst>
            <pc:docMk/>
            <pc:sldMk cId="3563634044" sldId="269"/>
            <ac:spMk id="11" creationId="{5DECFCDC-1658-5661-3E7D-297E50D78387}"/>
          </ac:spMkLst>
        </pc:spChg>
        <pc:spChg chg="add del mod">
          <ac:chgData name="Mateusz Zbikowski" userId="S::mateusz.zbikowski@pjwstk.edu.pl::89f002ce-8a61-4f7d-aa35-8aef39ed6d16" providerId="AD" clId="Web-{45C4D566-4531-E10F-0CAA-369F3D1DAA53}" dt="2026-03-12T17:12:36.640" v="86"/>
          <ac:spMkLst>
            <pc:docMk/>
            <pc:sldMk cId="3563634044" sldId="269"/>
            <ac:spMk id="12" creationId="{78EC0FDB-8DE3-69DE-2A7C-E8AF6F9BECAA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53.963" v="143" actId="1076"/>
          <ac:spMkLst>
            <pc:docMk/>
            <pc:sldMk cId="3563634044" sldId="269"/>
            <ac:spMk id="13" creationId="{A5C7B450-2B7E-62F0-3342-60A05D46741A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20:16.244" v="149" actId="14100"/>
          <ac:spMkLst>
            <pc:docMk/>
            <pc:sldMk cId="3563634044" sldId="269"/>
            <ac:spMk id="14" creationId="{32F3B248-0934-711D-DC21-CB9084F1C8B8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22:30.074" v="164" actId="1076"/>
          <ac:spMkLst>
            <pc:docMk/>
            <pc:sldMk cId="3563634044" sldId="269"/>
            <ac:spMk id="15" creationId="{C89CEA3F-F81A-72A5-FC06-A5CB25BD693D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19:17.619" v="130" actId="20577"/>
          <ac:spMkLst>
            <pc:docMk/>
            <pc:sldMk cId="3563634044" sldId="269"/>
            <ac:spMk id="16" creationId="{C9D26CB7-4383-B47F-63A6-1B7884D9128B}"/>
          </ac:spMkLst>
        </pc:spChg>
        <pc:spChg chg="add mod">
          <ac:chgData name="Mateusz Zbikowski" userId="S::mateusz.zbikowski@pjwstk.edu.pl::89f002ce-8a61-4f7d-aa35-8aef39ed6d16" providerId="AD" clId="Web-{45C4D566-4531-E10F-0CAA-369F3D1DAA53}" dt="2026-03-12T17:20:09.276" v="148" actId="1076"/>
          <ac:spMkLst>
            <pc:docMk/>
            <pc:sldMk cId="3563634044" sldId="269"/>
            <ac:spMk id="18" creationId="{3AC30876-D1D3-2BEE-A1BF-974FFBAD59D5}"/>
          </ac:spMkLst>
        </pc:spChg>
        <pc:cxnChg chg="add mod">
          <ac:chgData name="Mateusz Zbikowski" userId="S::mateusz.zbikowski@pjwstk.edu.pl::89f002ce-8a61-4f7d-aa35-8aef39ed6d16" providerId="AD" clId="Web-{45C4D566-4531-E10F-0CAA-369F3D1DAA53}" dt="2026-03-12T17:22:25.496" v="163" actId="1076"/>
          <ac:cxnSpMkLst>
            <pc:docMk/>
            <pc:sldMk cId="3563634044" sldId="269"/>
            <ac:cxnSpMk id="17" creationId="{4969C957-7A4F-B008-B5F1-338913E0BBC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EAE1-BAAE-413D-A31B-122E55340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B397F-AF4A-4CCA-822C-BB64B574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A89CE-CBD3-4D9D-AD3A-791E78F2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1EC38-41E4-4539-8EC2-AECB67C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C53B0-FCAC-4CBF-B6FB-9157F0BE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949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D366-1C29-4F2C-B41A-68EE25EA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CC7D-8E13-4BFD-B697-9FB36F104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90169-32E0-4B46-805D-520E94DA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DA084-288E-46FE-BF15-A099ADB0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5B547-77AD-48F8-B13F-738B338B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978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010D-4A7A-4CED-8F8C-35FAD8BB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425F5-E504-406A-BC9C-1FD69930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09247-CB4C-4B61-9473-DB6BE31D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4D1C5-D6EA-4269-BB01-B29718A9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9F93C-4931-40B5-8E5D-3B407797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3837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0BBA-A4A6-4B88-BA2C-725CE6F1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3362A-BA03-40B0-A8B3-74220711B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8A8B9-62AC-4000-AB1B-C72085F84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69BEB-5EC2-4E65-903B-D8E0DD92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201A4-8C71-44FA-9138-917851BB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ABCDD-7504-48B3-B4A2-40273DD7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741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C3D5-67E4-4CB4-9C0D-B0890D7F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20912-0967-4558-A547-513886EA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8FAD3-FF00-4FEC-AC35-C2C999198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E6231-39FF-4626-B747-66409E218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D51D3-72E2-4F9F-88A9-9991E53E2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E7BD8-A032-42F5-A422-E958CA4E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76745-38A8-44B1-8DAA-2D8404C8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EB0FD-3427-49F4-846B-06285E41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653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1AF3E-E8DC-4F04-AF59-00172D974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A7148-6560-4F39-BB80-E1578685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79B0A-3118-4BE9-8F97-52C1495A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AA334-6538-4D71-A782-C0FA0F14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787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38619-DBB3-4AB7-BC7A-8A10E73FD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20ACE-30A0-42D1-A903-B7EB81F6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45182-64B3-47F3-ACD6-4C6535D3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594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E8D2-BC92-4BBD-B58E-BDDAE0BA1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DB20D-D5DE-4764-944A-FC8C39452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B173E-C81C-40DF-9F63-9712BC9F4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83C5D-1FEF-41D4-907D-57C06FAC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35215-3830-4241-9BBB-9A49EAF6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027D6-CCB4-4827-B972-514D70D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79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B11A9-A42F-4B17-A5BB-ADE468F1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EBD28-BC53-440B-B5F1-0F9CB3845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2F91A-4057-4C5F-A270-B03E335CF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57E8A-2431-47D8-B9EC-E2758C0B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7C9BA-3381-4700-B919-9DC58671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65E53-B1A6-4567-A67F-7A292EAA4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22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ABFD-6490-4522-8300-17E6AA40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BC51B-3CC7-4CF2-978E-9F849ABDA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60AAA-7F9C-45B2-8323-D42BAC92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6CB96-F992-4589-93B9-C018BE5B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FC484-A074-4999-B7CC-8040A5C1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509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792A75-82D9-4D1E-85E0-E6F147E3F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4AE19-412B-4693-B322-C988DD9E1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1928F-8D1C-4A33-A2FB-A0C059EA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7145-9801-495C-BC27-B00D91D0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C62F7-6DB7-4D25-A9D1-7E11582B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958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597C1-A2B7-4837-AC2A-92AB571CA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6C2E-2166-445D-995F-7EE5C067A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98B15-AD76-4FFB-821C-C481575D6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93826-6AAF-4FCD-BCA8-D9071E7F66CA}" type="datetimeFigureOut">
              <a:rPr lang="pl-PL" smtClean="0"/>
              <a:t>12.03.2026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EBF9-6C24-49D1-9319-F77EE34A1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2B9CE-6C52-4DEC-96E1-8AD7FB43F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9749B-269B-4479-AFA1-622E02AD34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163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6DA553-2E74-4C7E-8428-AFA623A50989}"/>
              </a:ext>
            </a:extLst>
          </p:cNvPr>
          <p:cNvSpPr/>
          <p:nvPr/>
        </p:nvSpPr>
        <p:spPr>
          <a:xfrm>
            <a:off x="618065" y="3903133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err="1"/>
              <a:t>Operational</a:t>
            </a:r>
            <a:r>
              <a:rPr lang="pl-PL"/>
              <a:t> </a:t>
            </a:r>
            <a:r>
              <a:rPr lang="pl-PL" err="1"/>
              <a:t>database</a:t>
            </a:r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F20B3B-2BBA-4631-838E-6B79E0D7527D}"/>
              </a:ext>
            </a:extLst>
          </p:cNvPr>
          <p:cNvSpPr/>
          <p:nvPr/>
        </p:nvSpPr>
        <p:spPr>
          <a:xfrm>
            <a:off x="618063" y="1862667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UI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932CB5-2EE0-4CE0-8B2A-DC88533BC408}"/>
              </a:ext>
            </a:extLst>
          </p:cNvPr>
          <p:cNvSpPr/>
          <p:nvPr/>
        </p:nvSpPr>
        <p:spPr>
          <a:xfrm>
            <a:off x="618063" y="2882900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err="1"/>
              <a:t>backend</a:t>
            </a:r>
            <a:endParaRPr lang="pl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F58952-49F9-42D1-840F-405C790FA089}"/>
              </a:ext>
            </a:extLst>
          </p:cNvPr>
          <p:cNvSpPr/>
          <p:nvPr/>
        </p:nvSpPr>
        <p:spPr>
          <a:xfrm>
            <a:off x="6324605" y="3903133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Kafka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7BBA8-6A08-4436-B8AE-716F22EAA90E}"/>
              </a:ext>
            </a:extLst>
          </p:cNvPr>
          <p:cNvSpPr/>
          <p:nvPr/>
        </p:nvSpPr>
        <p:spPr>
          <a:xfrm>
            <a:off x="9127066" y="5202765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Data Lake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AC4671-3E13-47BD-B8A7-DF0659BF56B4}"/>
              </a:ext>
            </a:extLst>
          </p:cNvPr>
          <p:cNvSpPr/>
          <p:nvPr/>
        </p:nvSpPr>
        <p:spPr>
          <a:xfrm>
            <a:off x="9127066" y="3903133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Spark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E674D4-77EC-4D04-91BC-1668B1966479}"/>
              </a:ext>
            </a:extLst>
          </p:cNvPr>
          <p:cNvSpPr/>
          <p:nvPr/>
        </p:nvSpPr>
        <p:spPr>
          <a:xfrm>
            <a:off x="3382431" y="3903133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err="1"/>
              <a:t>Debezium</a:t>
            </a:r>
            <a:endParaRPr lang="pl-PL"/>
          </a:p>
          <a:p>
            <a:pPr algn="ctr"/>
            <a:r>
              <a:rPr lang="pl-PL"/>
              <a:t>CDC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FE5AE2-8F85-45AD-9207-02B3536CD456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2726264" y="4250266"/>
            <a:ext cx="656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3725EE-BB31-4F7D-9411-646C2954E3C4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5490630" y="4250266"/>
            <a:ext cx="833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B8BEEC-4FC2-4545-A3B4-FDB26650C7C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8432804" y="4250266"/>
            <a:ext cx="694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558428-C035-4568-A296-F7A7E3266CDE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10181166" y="4597399"/>
            <a:ext cx="0" cy="605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483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46FBC1ED-DEFF-B030-7B59-D3098E63535E}"/>
              </a:ext>
            </a:extLst>
          </p:cNvPr>
          <p:cNvSpPr/>
          <p:nvPr/>
        </p:nvSpPr>
        <p:spPr>
          <a:xfrm>
            <a:off x="3101527" y="5294724"/>
            <a:ext cx="7528560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Data Lake</a:t>
            </a:r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09D05C43-CFCA-1FDC-E602-AF82B7EB3117}"/>
              </a:ext>
            </a:extLst>
          </p:cNvPr>
          <p:cNvSpPr/>
          <p:nvPr/>
        </p:nvSpPr>
        <p:spPr>
          <a:xfrm>
            <a:off x="3101527" y="4095968"/>
            <a:ext cx="7528560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Data Transformation</a:t>
            </a:r>
          </a:p>
          <a:p>
            <a:pPr algn="ctr"/>
            <a:r>
              <a:rPr lang="pl-PL">
                <a:ea typeface="Calibri"/>
                <a:cs typeface="Calibri"/>
              </a:rPr>
              <a:t>Spark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0F6B082C-40D5-E175-2F48-ADCF8E494830}"/>
              </a:ext>
            </a:extLst>
          </p:cNvPr>
          <p:cNvSpPr/>
          <p:nvPr/>
        </p:nvSpPr>
        <p:spPr>
          <a:xfrm>
            <a:off x="3101527" y="2887919"/>
            <a:ext cx="3476951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Data Analysis</a:t>
            </a:r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AA07D7E9-AC84-2B7E-F8F4-03540074DF61}"/>
              </a:ext>
            </a:extLst>
          </p:cNvPr>
          <p:cNvSpPr/>
          <p:nvPr/>
        </p:nvSpPr>
        <p:spPr>
          <a:xfrm>
            <a:off x="6762843" y="2887919"/>
            <a:ext cx="3867244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Data Science / ML</a:t>
            </a:r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798F14B1-CDA8-C51D-9911-9B0495B015B2}"/>
              </a:ext>
            </a:extLst>
          </p:cNvPr>
          <p:cNvSpPr/>
          <p:nvPr/>
        </p:nvSpPr>
        <p:spPr>
          <a:xfrm>
            <a:off x="3101527" y="1698456"/>
            <a:ext cx="7528560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Reporting</a:t>
            </a:r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F2CEDAB-CCA2-3B8E-44F8-7F0FB4A1CAF1}"/>
              </a:ext>
            </a:extLst>
          </p:cNvPr>
          <p:cNvSpPr/>
          <p:nvPr/>
        </p:nvSpPr>
        <p:spPr>
          <a:xfrm>
            <a:off x="3587595" y="5403881"/>
            <a:ext cx="1391919" cy="782320"/>
          </a:xfrm>
          <a:prstGeom prst="round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Bronze  /raw</a:t>
            </a:r>
            <a:endParaRPr lang="pl-PL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F0DCC113-ACD2-0607-DB18-25DE90B36B14}"/>
              </a:ext>
            </a:extLst>
          </p:cNvPr>
          <p:cNvSpPr/>
          <p:nvPr/>
        </p:nvSpPr>
        <p:spPr>
          <a:xfrm>
            <a:off x="6068742" y="5403881"/>
            <a:ext cx="1391919" cy="782320"/>
          </a:xfrm>
          <a:prstGeom prst="round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silver</a:t>
            </a:r>
            <a:endParaRPr lang="pl-PL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5DECFCDC-1658-5661-3E7D-297E50D78387}"/>
              </a:ext>
            </a:extLst>
          </p:cNvPr>
          <p:cNvSpPr/>
          <p:nvPr/>
        </p:nvSpPr>
        <p:spPr>
          <a:xfrm>
            <a:off x="8791498" y="5403881"/>
            <a:ext cx="1391919" cy="782320"/>
          </a:xfrm>
          <a:prstGeom prst="round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gold</a:t>
            </a:r>
            <a:endParaRPr lang="pl-PL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A5C7B450-2B7E-62F0-3342-60A05D46741A}"/>
              </a:ext>
            </a:extLst>
          </p:cNvPr>
          <p:cNvSpPr/>
          <p:nvPr/>
        </p:nvSpPr>
        <p:spPr>
          <a:xfrm rot="5400000">
            <a:off x="-940792" y="3519820"/>
            <a:ext cx="4601366" cy="996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Ingest</a:t>
            </a:r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32F3B248-0934-711D-DC21-CB9084F1C8B8}"/>
              </a:ext>
            </a:extLst>
          </p:cNvPr>
          <p:cNvSpPr/>
          <p:nvPr/>
        </p:nvSpPr>
        <p:spPr>
          <a:xfrm>
            <a:off x="861991" y="481113"/>
            <a:ext cx="9768095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Data Governance</a:t>
            </a:r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C89CEA3F-F81A-72A5-FC06-A5CB25BD693D}"/>
              </a:ext>
            </a:extLst>
          </p:cNvPr>
          <p:cNvSpPr/>
          <p:nvPr/>
        </p:nvSpPr>
        <p:spPr>
          <a:xfrm>
            <a:off x="10758698" y="471821"/>
            <a:ext cx="1274585" cy="5819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Scheduling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C9D26CB7-4383-B47F-63A6-1B7884D9128B}"/>
              </a:ext>
            </a:extLst>
          </p:cNvPr>
          <p:cNvSpPr/>
          <p:nvPr/>
        </p:nvSpPr>
        <p:spPr>
          <a:xfrm>
            <a:off x="-2139546" y="2906503"/>
            <a:ext cx="1897194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DataSource</a:t>
            </a:r>
            <a:endParaRPr lang="pl-PL"/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4969C957-7A4F-B008-B5F1-338913E0BBCB}"/>
              </a:ext>
            </a:extLst>
          </p:cNvPr>
          <p:cNvCxnSpPr/>
          <p:nvPr/>
        </p:nvCxnSpPr>
        <p:spPr>
          <a:xfrm>
            <a:off x="-202085" y="3424787"/>
            <a:ext cx="1056640" cy="1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rostokąt 17">
            <a:extLst>
              <a:ext uri="{FF2B5EF4-FFF2-40B4-BE49-F238E27FC236}">
                <a16:creationId xmlns:a16="http://schemas.microsoft.com/office/drawing/2014/main" id="{3AC30876-D1D3-2BEE-A1BF-974FFBAD59D5}"/>
              </a:ext>
            </a:extLst>
          </p:cNvPr>
          <p:cNvSpPr/>
          <p:nvPr/>
        </p:nvSpPr>
        <p:spPr>
          <a:xfrm rot="5400000">
            <a:off x="174331" y="3519820"/>
            <a:ext cx="4601366" cy="996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>
                <a:ea typeface="Calibri"/>
                <a:cs typeface="Calibri"/>
              </a:rPr>
              <a:t>Streaming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3634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05A5A3-E863-4AED-8817-402A50803C00}"/>
              </a:ext>
            </a:extLst>
          </p:cNvPr>
          <p:cNvSpPr/>
          <p:nvPr/>
        </p:nvSpPr>
        <p:spPr>
          <a:xfrm>
            <a:off x="347132" y="186266"/>
            <a:ext cx="6620935" cy="44026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17AAE-FEB5-4BCE-8C97-4FA46BAD474A}"/>
              </a:ext>
            </a:extLst>
          </p:cNvPr>
          <p:cNvSpPr/>
          <p:nvPr/>
        </p:nvSpPr>
        <p:spPr>
          <a:xfrm>
            <a:off x="1210734" y="948267"/>
            <a:ext cx="1964266" cy="982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USERS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20E344-D4DD-4009-9061-C9BB9FC814B9}"/>
              </a:ext>
            </a:extLst>
          </p:cNvPr>
          <p:cNvSpPr/>
          <p:nvPr/>
        </p:nvSpPr>
        <p:spPr>
          <a:xfrm>
            <a:off x="4250267" y="948266"/>
            <a:ext cx="1964266" cy="982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ITEMS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CF113E-5C48-4621-8CA2-395C2C1D6664}"/>
              </a:ext>
            </a:extLst>
          </p:cNvPr>
          <p:cNvSpPr/>
          <p:nvPr/>
        </p:nvSpPr>
        <p:spPr>
          <a:xfrm>
            <a:off x="4250267" y="2675469"/>
            <a:ext cx="1964266" cy="982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SHOPING_HISOTRY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B2C005D-DB00-4091-9EA4-A3FB61784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235113"/>
              </p:ext>
            </p:extLst>
          </p:nvPr>
        </p:nvGraphicFramePr>
        <p:xfrm>
          <a:off x="4063998" y="3705014"/>
          <a:ext cx="8128002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101722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371947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421051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3675826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951548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263540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/>
                        <a:t>Id [</a:t>
                      </a:r>
                      <a:r>
                        <a:rPr lang="pl-PL" err="1"/>
                        <a:t>int</a:t>
                      </a:r>
                      <a:r>
                        <a:rPr lang="pl-PL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err="1"/>
                        <a:t>Name</a:t>
                      </a:r>
                      <a:r>
                        <a:rPr lang="pl-PL"/>
                        <a:t> [string]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err="1"/>
                        <a:t>Surname</a:t>
                      </a:r>
                      <a:r>
                        <a:rPr lang="pl-PL"/>
                        <a:t> [string]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err="1"/>
                        <a:t>Adress</a:t>
                      </a:r>
                      <a:endParaRPr lang="pl-PL"/>
                    </a:p>
                    <a:p>
                      <a:r>
                        <a:rPr lang="pl-PL"/>
                        <a:t>[string]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err="1"/>
                        <a:t>Date</a:t>
                      </a:r>
                      <a:endParaRPr lang="pl-PL"/>
                    </a:p>
                    <a:p>
                      <a:r>
                        <a:rPr lang="pl-PL"/>
                        <a:t>[</a:t>
                      </a:r>
                      <a:r>
                        <a:rPr lang="pl-PL" err="1"/>
                        <a:t>timestamp</a:t>
                      </a:r>
                      <a:r>
                        <a:rPr lang="pl-PL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37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32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81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122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664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82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51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9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36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57B474-0037-4689-8D5D-52E2CCE53189}"/>
              </a:ext>
            </a:extLst>
          </p:cNvPr>
          <p:cNvSpPr/>
          <p:nvPr/>
        </p:nvSpPr>
        <p:spPr>
          <a:xfrm>
            <a:off x="8894238" y="3081867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Kafka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2F013-3234-47E9-B7D8-89B7C864FB96}"/>
              </a:ext>
            </a:extLst>
          </p:cNvPr>
          <p:cNvSpPr/>
          <p:nvPr/>
        </p:nvSpPr>
        <p:spPr>
          <a:xfrm>
            <a:off x="4779430" y="3081867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err="1"/>
              <a:t>Debezium</a:t>
            </a:r>
            <a:endParaRPr lang="pl-PL"/>
          </a:p>
          <a:p>
            <a:pPr algn="ctr"/>
            <a:r>
              <a:rPr lang="pl-PL"/>
              <a:t>CDC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69D4C2-9790-4212-8D89-E77381F1F386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6887629" y="3429000"/>
            <a:ext cx="20066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21B4C55-4DCD-4F88-A65B-78A1E141DECF}"/>
              </a:ext>
            </a:extLst>
          </p:cNvPr>
          <p:cNvSpPr/>
          <p:nvPr/>
        </p:nvSpPr>
        <p:spPr>
          <a:xfrm>
            <a:off x="990600" y="2937932"/>
            <a:ext cx="1964266" cy="982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/>
              <a:t>DB Oper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4FE4A7-76BA-4B80-BF5C-85F44E598C1D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>
            <a:off x="2954866" y="3428999"/>
            <a:ext cx="18245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0C338C-6482-45FE-9EF0-2B91082A9512}"/>
              </a:ext>
            </a:extLst>
          </p:cNvPr>
          <p:cNvSpPr txBox="1"/>
          <p:nvPr/>
        </p:nvSpPr>
        <p:spPr>
          <a:xfrm>
            <a:off x="7240359" y="3059667"/>
            <a:ext cx="119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err="1"/>
              <a:t>users</a:t>
            </a:r>
            <a:r>
              <a:rPr lang="pl-PL"/>
              <a:t> </a:t>
            </a:r>
            <a:r>
              <a:rPr lang="pl-PL" err="1"/>
              <a:t>topic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951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E0A7B2-2265-43F9-8AF8-E224AA7105C5}"/>
              </a:ext>
            </a:extLst>
          </p:cNvPr>
          <p:cNvSpPr/>
          <p:nvPr/>
        </p:nvSpPr>
        <p:spPr>
          <a:xfrm>
            <a:off x="2383372" y="3022600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Kafka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7A3074-0E1B-4428-87D9-98DE379F132F}"/>
              </a:ext>
            </a:extLst>
          </p:cNvPr>
          <p:cNvSpPr/>
          <p:nvPr/>
        </p:nvSpPr>
        <p:spPr>
          <a:xfrm>
            <a:off x="6252638" y="3022600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Spark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BA64DE-2B2B-4BBE-9B3E-531D43C3231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491571" y="3369733"/>
            <a:ext cx="17610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EE83B33-A813-44EC-8FAF-C0259C588247}"/>
              </a:ext>
            </a:extLst>
          </p:cNvPr>
          <p:cNvSpPr txBox="1"/>
          <p:nvPr/>
        </p:nvSpPr>
        <p:spPr>
          <a:xfrm>
            <a:off x="4759500" y="3000401"/>
            <a:ext cx="119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err="1"/>
              <a:t>users</a:t>
            </a:r>
            <a:r>
              <a:rPr lang="pl-PL"/>
              <a:t> </a:t>
            </a:r>
            <a:r>
              <a:rPr lang="pl-PL" err="1"/>
              <a:t>topic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519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D4018C-208D-4527-AB3B-25F9B6990CCC}"/>
              </a:ext>
            </a:extLst>
          </p:cNvPr>
          <p:cNvSpPr/>
          <p:nvPr/>
        </p:nvSpPr>
        <p:spPr>
          <a:xfrm>
            <a:off x="2383372" y="3022600"/>
            <a:ext cx="2108199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Spark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37402B-C758-47B7-826F-06E1877856C3}"/>
              </a:ext>
            </a:extLst>
          </p:cNvPr>
          <p:cNvSpPr/>
          <p:nvPr/>
        </p:nvSpPr>
        <p:spPr>
          <a:xfrm>
            <a:off x="6096000" y="2154766"/>
            <a:ext cx="4826000" cy="24299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Data Lake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0A3C07-48EC-4CB5-A701-DAC7A9FFBCF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491571" y="3369733"/>
            <a:ext cx="1604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DCA2FF8-06AF-404B-B8F2-3ABBE9E6BC1F}"/>
              </a:ext>
            </a:extLst>
          </p:cNvPr>
          <p:cNvSpPr/>
          <p:nvPr/>
        </p:nvSpPr>
        <p:spPr>
          <a:xfrm>
            <a:off x="6273800" y="2302933"/>
            <a:ext cx="1159933" cy="2125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err="1"/>
              <a:t>Bronze</a:t>
            </a:r>
            <a:r>
              <a:rPr lang="pl-PL"/>
              <a:t> </a:t>
            </a:r>
            <a:r>
              <a:rPr lang="pl-PL" err="1"/>
              <a:t>Layer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431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C83C7B-E9A8-4424-A7E1-DE3DE1877B9D}"/>
              </a:ext>
            </a:extLst>
          </p:cNvPr>
          <p:cNvSpPr/>
          <p:nvPr/>
        </p:nvSpPr>
        <p:spPr>
          <a:xfrm>
            <a:off x="3585638" y="1684867"/>
            <a:ext cx="4618562" cy="6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Spark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8BB83-8464-45F5-B7AF-765135F8D090}"/>
              </a:ext>
            </a:extLst>
          </p:cNvPr>
          <p:cNvSpPr/>
          <p:nvPr/>
        </p:nvSpPr>
        <p:spPr>
          <a:xfrm>
            <a:off x="3505200" y="2738966"/>
            <a:ext cx="4826000" cy="24299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Data Lake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5D607A-2AAD-4054-A39C-7314A1EA28DC}"/>
              </a:ext>
            </a:extLst>
          </p:cNvPr>
          <p:cNvSpPr/>
          <p:nvPr/>
        </p:nvSpPr>
        <p:spPr>
          <a:xfrm>
            <a:off x="3683000" y="2887133"/>
            <a:ext cx="1159933" cy="2125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err="1"/>
              <a:t>Bronze</a:t>
            </a:r>
            <a:r>
              <a:rPr lang="pl-PL"/>
              <a:t> </a:t>
            </a:r>
            <a:r>
              <a:rPr lang="pl-PL" err="1"/>
              <a:t>Layer</a:t>
            </a:r>
            <a:endParaRPr lang="pl-P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AE9D5-BB16-4FFD-B341-88CF3997A7BD}"/>
              </a:ext>
            </a:extLst>
          </p:cNvPr>
          <p:cNvSpPr/>
          <p:nvPr/>
        </p:nvSpPr>
        <p:spPr>
          <a:xfrm>
            <a:off x="5226047" y="2887133"/>
            <a:ext cx="1159933" cy="2125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Silver </a:t>
            </a:r>
            <a:r>
              <a:rPr lang="pl-PL" err="1"/>
              <a:t>Layer</a:t>
            </a:r>
            <a:endParaRPr lang="pl-P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180D33-F990-4F8E-8275-90D1F81E2A37}"/>
              </a:ext>
            </a:extLst>
          </p:cNvPr>
          <p:cNvSpPr/>
          <p:nvPr/>
        </p:nvSpPr>
        <p:spPr>
          <a:xfrm>
            <a:off x="6782858" y="2887133"/>
            <a:ext cx="1159933" cy="2125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Gold </a:t>
            </a:r>
            <a:r>
              <a:rPr lang="pl-PL" err="1"/>
              <a:t>Layer</a:t>
            </a:r>
            <a:endParaRPr lang="pl-P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DF001-F935-4613-A7F6-078ADC002DAB}"/>
              </a:ext>
            </a:extLst>
          </p:cNvPr>
          <p:cNvSpPr/>
          <p:nvPr/>
        </p:nvSpPr>
        <p:spPr>
          <a:xfrm>
            <a:off x="9237134" y="3331633"/>
            <a:ext cx="1363133" cy="1236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/>
              <a:t>PBI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DFDC40-8971-4099-BFAD-74DFF6EFEBCF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942791" y="3949700"/>
            <a:ext cx="1294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956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E9D2AF-905E-B4E2-69AE-ECADB75D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Calibri Light"/>
                <a:cs typeface="Calibri Light"/>
              </a:rPr>
              <a:t>Docker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8B82CE-3386-54D6-9EC1-E37756C32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ea typeface="+mn-lt"/>
                <a:cs typeface="+mn-lt"/>
              </a:rPr>
              <a:t>Docker </a:t>
            </a:r>
            <a:r>
              <a:rPr lang="pl-PL" err="1">
                <a:ea typeface="+mn-lt"/>
                <a:cs typeface="+mn-lt"/>
              </a:rPr>
              <a:t>is</a:t>
            </a:r>
            <a:r>
              <a:rPr lang="pl-PL">
                <a:ea typeface="+mn-lt"/>
                <a:cs typeface="+mn-lt"/>
              </a:rPr>
              <a:t> a </a:t>
            </a:r>
            <a:r>
              <a:rPr lang="pl-PL" err="1">
                <a:ea typeface="+mn-lt"/>
                <a:cs typeface="+mn-lt"/>
              </a:rPr>
              <a:t>tool</a:t>
            </a:r>
            <a:r>
              <a:rPr lang="pl-PL">
                <a:ea typeface="+mn-lt"/>
                <a:cs typeface="+mn-lt"/>
              </a:rPr>
              <a:t> for </a:t>
            </a:r>
            <a:r>
              <a:rPr lang="pl-PL" err="1">
                <a:ea typeface="+mn-lt"/>
                <a:cs typeface="+mn-lt"/>
              </a:rPr>
              <a:t>running</a:t>
            </a:r>
            <a:r>
              <a:rPr lang="pl-PL">
                <a:ea typeface="+mn-lt"/>
                <a:cs typeface="+mn-lt"/>
              </a:rPr>
              <a:t> software in </a:t>
            </a:r>
            <a:r>
              <a:rPr lang="pl-PL" err="1">
                <a:ea typeface="+mn-lt"/>
                <a:cs typeface="+mn-lt"/>
              </a:rPr>
              <a:t>little</a:t>
            </a:r>
            <a:r>
              <a:rPr lang="pl-PL">
                <a:ea typeface="+mn-lt"/>
                <a:cs typeface="+mn-lt"/>
              </a:rPr>
              <a:t>, </a:t>
            </a:r>
            <a:r>
              <a:rPr lang="pl-PL" err="1">
                <a:ea typeface="+mn-lt"/>
                <a:cs typeface="+mn-lt"/>
              </a:rPr>
              <a:t>self-contained</a:t>
            </a:r>
            <a:r>
              <a:rPr lang="pl-PL">
                <a:ea typeface="+mn-lt"/>
                <a:cs typeface="+mn-lt"/>
              </a:rPr>
              <a:t> “</a:t>
            </a:r>
            <a:r>
              <a:rPr lang="pl-PL" err="1">
                <a:ea typeface="+mn-lt"/>
                <a:cs typeface="+mn-lt"/>
              </a:rPr>
              <a:t>boxes</a:t>
            </a:r>
            <a:r>
              <a:rPr lang="pl-PL">
                <a:ea typeface="+mn-lt"/>
                <a:cs typeface="+mn-lt"/>
              </a:rPr>
              <a:t>” </a:t>
            </a:r>
            <a:r>
              <a:rPr lang="pl-PL" err="1">
                <a:ea typeface="+mn-lt"/>
                <a:cs typeface="+mn-lt"/>
              </a:rPr>
              <a:t>called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b="1" err="1">
                <a:ea typeface="+mn-lt"/>
                <a:cs typeface="+mn-lt"/>
              </a:rPr>
              <a:t>containers</a:t>
            </a:r>
            <a:r>
              <a:rPr lang="pl-PL">
                <a:ea typeface="+mn-lt"/>
                <a:cs typeface="+mn-lt"/>
              </a:rPr>
              <a:t>.</a:t>
            </a:r>
            <a:endParaRPr lang="pl-PL">
              <a:ea typeface="Calibri" panose="020F0502020204030204"/>
              <a:cs typeface="Calibri" panose="020F0502020204030204"/>
            </a:endParaRPr>
          </a:p>
          <a:p>
            <a:r>
              <a:rPr lang="pl-PL" err="1">
                <a:ea typeface="+mn-lt"/>
                <a:cs typeface="+mn-lt"/>
              </a:rPr>
              <a:t>Think</a:t>
            </a:r>
            <a:r>
              <a:rPr lang="pl-PL">
                <a:ea typeface="+mn-lt"/>
                <a:cs typeface="+mn-lt"/>
              </a:rPr>
              <a:t> of a </a:t>
            </a:r>
            <a:r>
              <a:rPr lang="pl-PL" err="1">
                <a:ea typeface="+mn-lt"/>
                <a:cs typeface="+mn-lt"/>
              </a:rPr>
              <a:t>container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like</a:t>
            </a:r>
            <a:r>
              <a:rPr lang="pl-PL">
                <a:ea typeface="+mn-lt"/>
                <a:cs typeface="+mn-lt"/>
              </a:rPr>
              <a:t> a </a:t>
            </a:r>
            <a:r>
              <a:rPr lang="pl-PL" err="1">
                <a:ea typeface="+mn-lt"/>
                <a:cs typeface="+mn-lt"/>
              </a:rPr>
              <a:t>zipped-up</a:t>
            </a:r>
            <a:r>
              <a:rPr lang="pl-PL">
                <a:ea typeface="+mn-lt"/>
                <a:cs typeface="+mn-lt"/>
              </a:rPr>
              <a:t> mini–</a:t>
            </a:r>
            <a:r>
              <a:rPr lang="pl-PL" err="1">
                <a:ea typeface="+mn-lt"/>
                <a:cs typeface="+mn-lt"/>
              </a:rPr>
              <a:t>computer</a:t>
            </a:r>
            <a:r>
              <a:rPr lang="pl-PL">
                <a:ea typeface="+mn-lt"/>
                <a:cs typeface="+mn-lt"/>
              </a:rPr>
              <a:t> environment </a:t>
            </a:r>
            <a:r>
              <a:rPr lang="pl-PL" err="1">
                <a:ea typeface="+mn-lt"/>
                <a:cs typeface="+mn-lt"/>
              </a:rPr>
              <a:t>that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has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everything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your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app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needs</a:t>
            </a:r>
            <a:endParaRPr lang="pl-PL" err="1"/>
          </a:p>
          <a:p>
            <a:endParaRPr lang="pl-PL">
              <a:ea typeface="Calibri"/>
              <a:cs typeface="Calibri"/>
            </a:endParaRPr>
          </a:p>
          <a:p>
            <a:endParaRPr lang="pl-P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990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30B342-A715-7E7A-A71F-682B86F3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Calibri Light"/>
                <a:cs typeface="Calibri Light"/>
              </a:rPr>
              <a:t>Basic </a:t>
            </a:r>
            <a:r>
              <a:rPr lang="pl-PL" err="1">
                <a:ea typeface="Calibri Light"/>
                <a:cs typeface="Calibri Light"/>
              </a:rPr>
              <a:t>commands</a:t>
            </a:r>
            <a:endParaRPr lang="pl-PL" err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C9794B-3C3E-686B-C3D1-1F9CE001E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err="1">
                <a:ea typeface="+mn-lt"/>
                <a:cs typeface="+mn-lt"/>
              </a:rPr>
              <a:t>docker</a:t>
            </a:r>
            <a:r>
              <a:rPr lang="pl-PL">
                <a:ea typeface="+mn-lt"/>
                <a:cs typeface="+mn-lt"/>
              </a:rPr>
              <a:t> –version</a:t>
            </a:r>
          </a:p>
          <a:p>
            <a:r>
              <a:rPr lang="pl-PL" err="1">
                <a:ea typeface="+mn-lt"/>
                <a:cs typeface="+mn-lt"/>
              </a:rPr>
              <a:t>docker</a:t>
            </a:r>
            <a:r>
              <a:rPr lang="pl-PL">
                <a:ea typeface="+mn-lt"/>
                <a:cs typeface="+mn-lt"/>
              </a:rPr>
              <a:t> run hello-</a:t>
            </a:r>
            <a:r>
              <a:rPr lang="pl-PL" err="1">
                <a:ea typeface="+mn-lt"/>
                <a:cs typeface="+mn-lt"/>
              </a:rPr>
              <a:t>world</a:t>
            </a:r>
            <a:endParaRPr lang="pl-PL" err="1">
              <a:ea typeface="Calibri"/>
              <a:cs typeface="Calibri"/>
            </a:endParaRPr>
          </a:p>
          <a:p>
            <a:r>
              <a:rPr lang="pl-PL" err="1">
                <a:ea typeface="+mn-lt"/>
                <a:cs typeface="+mn-lt"/>
              </a:rPr>
              <a:t>docker</a:t>
            </a:r>
            <a:r>
              <a:rPr lang="pl-PL">
                <a:ea typeface="+mn-lt"/>
                <a:cs typeface="+mn-lt"/>
              </a:rPr>
              <a:t> run -</a:t>
            </a:r>
            <a:r>
              <a:rPr lang="pl-PL" err="1">
                <a:ea typeface="+mn-lt"/>
                <a:cs typeface="+mn-lt"/>
              </a:rPr>
              <a:t>it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ubuntu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bash</a:t>
            </a:r>
            <a:endParaRPr lang="pl-PL" err="1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l-PL">
                <a:latin typeface="Consolas"/>
                <a:ea typeface="Calibri"/>
                <a:cs typeface="Calibri"/>
              </a:rPr>
              <a:t>-</a:t>
            </a:r>
            <a:r>
              <a:rPr lang="pl-PL" err="1">
                <a:latin typeface="Consolas"/>
                <a:ea typeface="Calibri"/>
                <a:cs typeface="Calibri"/>
              </a:rPr>
              <a:t>it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means</a:t>
            </a:r>
            <a:r>
              <a:rPr lang="pl-PL">
                <a:ea typeface="+mn-lt"/>
                <a:cs typeface="+mn-lt"/>
              </a:rPr>
              <a:t> “</a:t>
            </a:r>
            <a:r>
              <a:rPr lang="pl-PL" err="1">
                <a:ea typeface="+mn-lt"/>
                <a:cs typeface="+mn-lt"/>
              </a:rPr>
              <a:t>interactive</a:t>
            </a:r>
            <a:r>
              <a:rPr lang="pl-PL">
                <a:ea typeface="+mn-lt"/>
                <a:cs typeface="+mn-lt"/>
              </a:rPr>
              <a:t> terminal”.</a:t>
            </a:r>
            <a:endParaRPr lang="pl-PL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err="1">
                <a:latin typeface="Consolas"/>
                <a:ea typeface="Calibri"/>
                <a:cs typeface="Calibri"/>
              </a:rPr>
              <a:t>ubuntu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is</a:t>
            </a:r>
            <a:r>
              <a:rPr lang="pl-PL">
                <a:ea typeface="+mn-lt"/>
                <a:cs typeface="+mn-lt"/>
              </a:rPr>
              <a:t> the image </a:t>
            </a:r>
            <a:r>
              <a:rPr lang="pl-PL" err="1">
                <a:ea typeface="+mn-lt"/>
                <a:cs typeface="+mn-lt"/>
              </a:rPr>
              <a:t>name</a:t>
            </a:r>
            <a:r>
              <a:rPr lang="pl-PL">
                <a:ea typeface="+mn-lt"/>
                <a:cs typeface="+mn-lt"/>
              </a:rPr>
              <a:t>.</a:t>
            </a:r>
            <a:endParaRPr lang="pl-PL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err="1">
                <a:latin typeface="Consolas"/>
                <a:ea typeface="Calibri"/>
                <a:cs typeface="Calibri"/>
              </a:rPr>
              <a:t>bash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runs</a:t>
            </a:r>
            <a:r>
              <a:rPr lang="pl-PL">
                <a:ea typeface="+mn-lt"/>
                <a:cs typeface="+mn-lt"/>
              </a:rPr>
              <a:t> the </a:t>
            </a:r>
            <a:r>
              <a:rPr lang="pl-PL" err="1">
                <a:ea typeface="+mn-lt"/>
                <a:cs typeface="+mn-lt"/>
              </a:rPr>
              <a:t>Bash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shell</a:t>
            </a:r>
            <a:r>
              <a:rPr lang="pl-PL">
                <a:ea typeface="+mn-lt"/>
                <a:cs typeface="+mn-lt"/>
              </a:rPr>
              <a:t>.</a:t>
            </a:r>
            <a:endParaRPr lang="pl-PL">
              <a:ea typeface="Calibri"/>
              <a:cs typeface="Calibri"/>
            </a:endParaRPr>
          </a:p>
          <a:p>
            <a:pPr marL="457200" lvl="1" indent="0">
              <a:buNone/>
            </a:pPr>
            <a:endParaRPr lang="pl-PL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pl-PL" err="1">
                <a:ea typeface="+mn-lt"/>
                <a:cs typeface="+mn-lt"/>
              </a:rPr>
              <a:t>docker</a:t>
            </a:r>
            <a:r>
              <a:rPr lang="pl-PL">
                <a:ea typeface="+mn-lt"/>
                <a:cs typeface="+mn-lt"/>
              </a:rPr>
              <a:t> run –</a:t>
            </a:r>
            <a:r>
              <a:rPr lang="pl-PL" err="1">
                <a:ea typeface="+mn-lt"/>
                <a:cs typeface="+mn-lt"/>
              </a:rPr>
              <a:t>it</a:t>
            </a:r>
            <a:r>
              <a:rPr lang="pl-PL">
                <a:ea typeface="+mn-lt"/>
                <a:cs typeface="+mn-lt"/>
              </a:rPr>
              <a:t> -v /</a:t>
            </a:r>
            <a:r>
              <a:rPr lang="pl-PL" err="1">
                <a:ea typeface="+mn-lt"/>
                <a:cs typeface="+mn-lt"/>
              </a:rPr>
              <a:t>path</a:t>
            </a:r>
            <a:r>
              <a:rPr lang="pl-PL">
                <a:ea typeface="+mn-lt"/>
                <a:cs typeface="+mn-lt"/>
              </a:rPr>
              <a:t>/on/host:/</a:t>
            </a:r>
            <a:r>
              <a:rPr lang="pl-PL" err="1">
                <a:ea typeface="+mn-lt"/>
                <a:cs typeface="+mn-lt"/>
              </a:rPr>
              <a:t>path</a:t>
            </a:r>
            <a:r>
              <a:rPr lang="pl-PL">
                <a:ea typeface="+mn-lt"/>
                <a:cs typeface="+mn-lt"/>
              </a:rPr>
              <a:t>/in/</a:t>
            </a:r>
            <a:r>
              <a:rPr lang="pl-PL" err="1">
                <a:ea typeface="+mn-lt"/>
                <a:cs typeface="+mn-lt"/>
              </a:rPr>
              <a:t>container</a:t>
            </a:r>
            <a:r>
              <a:rPr lang="pl-PL">
                <a:ea typeface="+mn-lt"/>
                <a:cs typeface="+mn-lt"/>
              </a:rPr>
              <a:t> IMAGE_NAME</a:t>
            </a:r>
            <a:endParaRPr lang="pl-PL"/>
          </a:p>
          <a:p>
            <a:pPr lvl="1">
              <a:buFont typeface="Courier New" panose="020B0604020202020204" pitchFamily="34" charset="0"/>
              <a:buChar char="o"/>
            </a:pPr>
            <a:endParaRPr lang="pl-PL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809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751302-FBD6-5E71-72C2-D836AA66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err="1">
                <a:ea typeface="Calibri Light"/>
                <a:cs typeface="Calibri Light"/>
              </a:rPr>
              <a:t>Dockerfile</a:t>
            </a:r>
            <a:endParaRPr lang="pl-PL" err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718FD0-7F92-C86B-E66B-4255C4C5C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534"/>
            <a:ext cx="10515600" cy="5367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pl-PL">
                <a:ea typeface="+mn-lt"/>
                <a:cs typeface="+mn-lt"/>
              </a:rPr>
              <a:t># Step 1: </a:t>
            </a:r>
            <a:r>
              <a:rPr lang="pl-PL" err="1">
                <a:ea typeface="+mn-lt"/>
                <a:cs typeface="+mn-lt"/>
              </a:rPr>
              <a:t>use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an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official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Python</a:t>
            </a:r>
            <a:r>
              <a:rPr lang="pl-PL">
                <a:ea typeface="+mn-lt"/>
                <a:cs typeface="+mn-lt"/>
              </a:rPr>
              <a:t> image</a:t>
            </a: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FROM python:3.11</a:t>
            </a: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# Step 2: </a:t>
            </a:r>
            <a:r>
              <a:rPr lang="pl-PL" err="1">
                <a:ea typeface="+mn-lt"/>
                <a:cs typeface="+mn-lt"/>
              </a:rPr>
              <a:t>copy</a:t>
            </a:r>
            <a:r>
              <a:rPr lang="pl-PL">
                <a:ea typeface="+mn-lt"/>
                <a:cs typeface="+mn-lt"/>
              </a:rPr>
              <a:t> app.py </a:t>
            </a:r>
            <a:r>
              <a:rPr lang="pl-PL" err="1">
                <a:ea typeface="+mn-lt"/>
                <a:cs typeface="+mn-lt"/>
              </a:rPr>
              <a:t>into</a:t>
            </a:r>
            <a:r>
              <a:rPr lang="pl-PL">
                <a:ea typeface="+mn-lt"/>
                <a:cs typeface="+mn-lt"/>
              </a:rPr>
              <a:t> the </a:t>
            </a:r>
            <a:r>
              <a:rPr lang="pl-PL" err="1">
                <a:ea typeface="+mn-lt"/>
                <a:cs typeface="+mn-lt"/>
              </a:rPr>
              <a:t>container</a:t>
            </a:r>
            <a:endParaRPr lang="pl-PL">
              <a:ea typeface="+mn-lt"/>
              <a:cs typeface="+mn-lt"/>
            </a:endParaRP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COPY app.py /app/app.py</a:t>
            </a: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# Step 3: set </a:t>
            </a:r>
            <a:r>
              <a:rPr lang="pl-PL" err="1">
                <a:ea typeface="+mn-lt"/>
                <a:cs typeface="+mn-lt"/>
              </a:rPr>
              <a:t>working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directory</a:t>
            </a:r>
            <a:endParaRPr lang="pl-PL">
              <a:ea typeface="+mn-lt"/>
              <a:cs typeface="+mn-lt"/>
            </a:endParaRP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WORKDIR /</a:t>
            </a:r>
            <a:r>
              <a:rPr lang="pl-PL" err="1">
                <a:ea typeface="+mn-lt"/>
                <a:cs typeface="+mn-lt"/>
              </a:rPr>
              <a:t>app</a:t>
            </a:r>
            <a:endParaRPr lang="pl-PL">
              <a:ea typeface="+mn-lt"/>
              <a:cs typeface="+mn-lt"/>
            </a:endParaRP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# Step 4: run the </a:t>
            </a:r>
            <a:r>
              <a:rPr lang="pl-PL" err="1">
                <a:ea typeface="+mn-lt"/>
                <a:cs typeface="+mn-lt"/>
              </a:rPr>
              <a:t>script</a:t>
            </a:r>
            <a:endParaRPr lang="pl-PL">
              <a:ea typeface="+mn-lt"/>
              <a:cs typeface="+mn-lt"/>
            </a:endParaRP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CMD ["</a:t>
            </a:r>
            <a:r>
              <a:rPr lang="pl-PL" err="1">
                <a:ea typeface="+mn-lt"/>
                <a:cs typeface="+mn-lt"/>
              </a:rPr>
              <a:t>python</a:t>
            </a:r>
            <a:r>
              <a:rPr lang="pl-PL">
                <a:ea typeface="+mn-lt"/>
                <a:cs typeface="+mn-lt"/>
              </a:rPr>
              <a:t>", "app.py"]</a:t>
            </a:r>
          </a:p>
        </p:txBody>
      </p:sp>
    </p:spTree>
    <p:extLst>
      <p:ext uri="{BB962C8B-B14F-4D97-AF65-F5344CB8AC3E}">
        <p14:creationId xmlns:p14="http://schemas.microsoft.com/office/powerpoint/2010/main" val="98192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414341-9CE5-F3B9-BB06-EA72DE7B3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err="1">
                <a:ea typeface="Calibri Light"/>
                <a:cs typeface="Calibri Light"/>
              </a:rPr>
              <a:t>Build</a:t>
            </a:r>
            <a:r>
              <a:rPr lang="pl-PL">
                <a:ea typeface="Calibri Light"/>
                <a:cs typeface="Calibri Light"/>
              </a:rPr>
              <a:t> and run 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1B1E3C-323A-2681-118A-FBD143A3B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err="1">
                <a:ea typeface="+mn-lt"/>
                <a:cs typeface="+mn-lt"/>
              </a:rPr>
              <a:t>docker</a:t>
            </a:r>
            <a:r>
              <a:rPr lang="pl-PL">
                <a:ea typeface="+mn-lt"/>
                <a:cs typeface="+mn-lt"/>
              </a:rPr>
              <a:t> </a:t>
            </a:r>
            <a:r>
              <a:rPr lang="pl-PL" err="1">
                <a:ea typeface="+mn-lt"/>
                <a:cs typeface="+mn-lt"/>
              </a:rPr>
              <a:t>build</a:t>
            </a:r>
            <a:r>
              <a:rPr lang="pl-PL">
                <a:ea typeface="+mn-lt"/>
                <a:cs typeface="+mn-lt"/>
              </a:rPr>
              <a:t> -t my-</a:t>
            </a:r>
            <a:r>
              <a:rPr lang="pl-PL" err="1">
                <a:ea typeface="+mn-lt"/>
                <a:cs typeface="+mn-lt"/>
              </a:rPr>
              <a:t>python</a:t>
            </a:r>
            <a:r>
              <a:rPr lang="pl-PL">
                <a:ea typeface="+mn-lt"/>
                <a:cs typeface="+mn-lt"/>
              </a:rPr>
              <a:t>-</a:t>
            </a:r>
            <a:r>
              <a:rPr lang="pl-PL" err="1">
                <a:ea typeface="+mn-lt"/>
                <a:cs typeface="+mn-lt"/>
              </a:rPr>
              <a:t>app</a:t>
            </a:r>
            <a:r>
              <a:rPr lang="pl-PL">
                <a:ea typeface="+mn-lt"/>
                <a:cs typeface="+mn-lt"/>
              </a:rPr>
              <a:t> .</a:t>
            </a:r>
          </a:p>
          <a:p>
            <a:pPr marL="0" indent="0">
              <a:buNone/>
            </a:pPr>
            <a:endParaRPr lang="pl-PL">
              <a:ea typeface="+mn-lt"/>
              <a:cs typeface="+mn-lt"/>
            </a:endParaRPr>
          </a:p>
          <a:p>
            <a:pPr>
              <a:buNone/>
            </a:pPr>
            <a:r>
              <a:rPr lang="pl-PL" err="1">
                <a:ea typeface="+mn-lt"/>
                <a:cs typeface="+mn-lt"/>
              </a:rPr>
              <a:t>docker</a:t>
            </a:r>
            <a:r>
              <a:rPr lang="pl-PL">
                <a:ea typeface="+mn-lt"/>
                <a:cs typeface="+mn-lt"/>
              </a:rPr>
              <a:t> run my-</a:t>
            </a:r>
            <a:r>
              <a:rPr lang="pl-PL" err="1">
                <a:ea typeface="+mn-lt"/>
                <a:cs typeface="+mn-lt"/>
              </a:rPr>
              <a:t>python</a:t>
            </a:r>
            <a:r>
              <a:rPr lang="pl-PL">
                <a:ea typeface="+mn-lt"/>
                <a:cs typeface="+mn-lt"/>
              </a:rPr>
              <a:t>-</a:t>
            </a:r>
            <a:r>
              <a:rPr lang="pl-PL" err="1">
                <a:ea typeface="+mn-lt"/>
                <a:cs typeface="+mn-lt"/>
              </a:rPr>
              <a:t>app</a:t>
            </a:r>
            <a:endParaRPr lang="pl-PL" err="1"/>
          </a:p>
          <a:p>
            <a:pPr marL="0" indent="0">
              <a:buNone/>
            </a:pPr>
            <a:endParaRPr lang="pl-PL">
              <a:ea typeface="+mn-lt"/>
              <a:cs typeface="+mn-lt"/>
            </a:endParaRPr>
          </a:p>
          <a:p>
            <a:pPr marL="0" indent="0">
              <a:buNone/>
            </a:pPr>
            <a:endParaRPr lang="pl-PL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727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769C3FD-911D-54E0-DAD6-D2FB6C57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Manage docker from terminal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D93764AF-FE6D-0D33-9D22-9CCBDD5DD4F8}"/>
              </a:ext>
            </a:extLst>
          </p:cNvPr>
          <p:cNvGraphicFramePr>
            <a:graphicFrameLocks noGrp="1"/>
          </p:cNvGraphicFramePr>
          <p:nvPr/>
        </p:nvGraphicFramePr>
        <p:xfrm>
          <a:off x="1665900" y="1675227"/>
          <a:ext cx="8860201" cy="439420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4119298">
                  <a:extLst>
                    <a:ext uri="{9D8B030D-6E8A-4147-A177-3AD203B41FA5}">
                      <a16:colId xmlns:a16="http://schemas.microsoft.com/office/drawing/2014/main" val="1684023608"/>
                    </a:ext>
                  </a:extLst>
                </a:gridCol>
                <a:gridCol w="4740903">
                  <a:extLst>
                    <a:ext uri="{9D8B030D-6E8A-4147-A177-3AD203B41FA5}">
                      <a16:colId xmlns:a16="http://schemas.microsoft.com/office/drawing/2014/main" val="1517289594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Command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808485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docker ps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Show running containers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59421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docker ps -a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Show all containers (even stopped)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72730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docker images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List downloaded/built images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75457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docker stop &lt;container_id&gt;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Stop a running container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85416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docker rm &lt;container_id&gt;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Remove a container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966818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docker rmi &lt;image_id&gt;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Remove an image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400448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docker logs &lt;container_id&gt;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View container logs</a:t>
                      </a:r>
                    </a:p>
                  </a:txBody>
                  <a:tcPr marL="257473" marR="133886" marT="133886" marB="1338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48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37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794987-41E4-7891-8EA1-F4F89CFB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+mj-lt"/>
                <a:cs typeface="+mj-lt"/>
              </a:rPr>
              <a:t>Docker </a:t>
            </a:r>
            <a:r>
              <a:rPr lang="pl-PL" err="1">
                <a:ea typeface="+mj-lt"/>
                <a:cs typeface="+mj-lt"/>
              </a:rPr>
              <a:t>Compose</a:t>
            </a:r>
            <a:r>
              <a:rPr lang="pl-PL">
                <a:ea typeface="+mj-lt"/>
                <a:cs typeface="+mj-lt"/>
              </a:rPr>
              <a:t> (for </a:t>
            </a:r>
            <a:r>
              <a:rPr lang="pl-PL" err="1">
                <a:ea typeface="+mj-lt"/>
                <a:cs typeface="+mj-lt"/>
              </a:rPr>
              <a:t>multi-container</a:t>
            </a:r>
            <a:r>
              <a:rPr lang="pl-PL">
                <a:ea typeface="+mj-lt"/>
                <a:cs typeface="+mj-lt"/>
              </a:rPr>
              <a:t> </a:t>
            </a:r>
            <a:r>
              <a:rPr lang="pl-PL" err="1">
                <a:ea typeface="+mj-lt"/>
                <a:cs typeface="+mj-lt"/>
              </a:rPr>
              <a:t>apps</a:t>
            </a:r>
            <a:r>
              <a:rPr lang="pl-PL">
                <a:ea typeface="+mj-lt"/>
                <a:cs typeface="+mj-lt"/>
              </a:rPr>
              <a:t>)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EB9E065-2340-4EEF-D8E9-C90E182BD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pl-PL" err="1">
                <a:ea typeface="+mn-lt"/>
                <a:cs typeface="+mn-lt"/>
              </a:rPr>
              <a:t>docker-compose.yml</a:t>
            </a:r>
          </a:p>
          <a:p>
            <a:pPr marL="0" indent="0">
              <a:buNone/>
            </a:pPr>
            <a:endParaRPr lang="pl-PL">
              <a:ea typeface="+mn-lt"/>
              <a:cs typeface="+mn-lt"/>
            </a:endParaRPr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version: "3"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services: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 web: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image: </a:t>
            </a:r>
            <a:r>
              <a:rPr lang="pl-PL" err="1">
                <a:ea typeface="+mn-lt"/>
                <a:cs typeface="+mn-lt"/>
              </a:rPr>
              <a:t>nginx</a:t>
            </a:r>
            <a:endParaRPr lang="pl-PL" err="1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</a:t>
            </a:r>
            <a:r>
              <a:rPr lang="pl-PL" err="1">
                <a:ea typeface="+mn-lt"/>
                <a:cs typeface="+mn-lt"/>
              </a:rPr>
              <a:t>ports</a:t>
            </a:r>
            <a:r>
              <a:rPr lang="pl-PL">
                <a:ea typeface="+mn-lt"/>
                <a:cs typeface="+mn-lt"/>
              </a:rPr>
              <a:t>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   - "8080:80"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 </a:t>
            </a:r>
            <a:r>
              <a:rPr lang="pl-PL" err="1">
                <a:ea typeface="+mn-lt"/>
                <a:cs typeface="+mn-lt"/>
              </a:rPr>
              <a:t>db</a:t>
            </a:r>
            <a:r>
              <a:rPr lang="pl-PL">
                <a:ea typeface="+mn-lt"/>
                <a:cs typeface="+mn-lt"/>
              </a:rPr>
              <a:t>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image: </a:t>
            </a:r>
            <a:r>
              <a:rPr lang="pl-PL" err="1">
                <a:ea typeface="+mn-lt"/>
                <a:cs typeface="+mn-lt"/>
              </a:rPr>
              <a:t>mysql</a:t>
            </a:r>
            <a:endParaRPr lang="pl-PL" err="1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environment:</a:t>
            </a:r>
            <a:endParaRPr lang="pl-PL"/>
          </a:p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      MYSQL_ROOT_PASSWORD: </a:t>
            </a:r>
            <a:r>
              <a:rPr lang="pl-PL" err="1">
                <a:ea typeface="+mn-lt"/>
                <a:cs typeface="+mn-lt"/>
              </a:rPr>
              <a:t>example</a:t>
            </a:r>
            <a:endParaRPr lang="pl-PL" err="1"/>
          </a:p>
        </p:txBody>
      </p:sp>
    </p:spTree>
    <p:extLst>
      <p:ext uri="{BB962C8B-B14F-4D97-AF65-F5344CB8AC3E}">
        <p14:creationId xmlns:p14="http://schemas.microsoft.com/office/powerpoint/2010/main" val="115228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6A18B-2257-D84E-185B-87F57232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Calibri Light"/>
                <a:cs typeface="Calibri Light"/>
              </a:rPr>
              <a:t>Docker </a:t>
            </a:r>
            <a:r>
              <a:rPr lang="pl-PL" err="1">
                <a:ea typeface="Calibri Light"/>
                <a:cs typeface="Calibri Light"/>
              </a:rPr>
              <a:t>Compose</a:t>
            </a:r>
            <a:r>
              <a:rPr lang="pl-PL">
                <a:ea typeface="Calibri Light"/>
                <a:cs typeface="Calibri Light"/>
              </a:rPr>
              <a:t> with </a:t>
            </a:r>
            <a:r>
              <a:rPr lang="pl-PL" err="1">
                <a:ea typeface="Calibri Light"/>
                <a:cs typeface="Calibri Light"/>
              </a:rPr>
              <a:t>predefined</a:t>
            </a:r>
            <a:r>
              <a:rPr lang="pl-PL">
                <a:ea typeface="Calibri Light"/>
                <a:cs typeface="Calibri Light"/>
              </a:rPr>
              <a:t> </a:t>
            </a:r>
            <a:r>
              <a:rPr lang="pl-PL" err="1">
                <a:ea typeface="Calibri Light"/>
                <a:cs typeface="Calibri Light"/>
              </a:rPr>
              <a:t>Dockerfile</a:t>
            </a:r>
            <a:endParaRPr lang="pl-PL" err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9E8430-BC26-9265-61D3-40427D45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buNone/>
            </a:pPr>
            <a:r>
              <a:rPr lang="pl-PL">
                <a:ea typeface="+mn-lt"/>
                <a:cs typeface="+mn-lt"/>
              </a:rPr>
              <a:t>services: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 web: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# </a:t>
            </a:r>
            <a:r>
              <a:rPr lang="pl-PL" err="1">
                <a:ea typeface="+mn-lt"/>
                <a:cs typeface="+mn-lt"/>
              </a:rPr>
              <a:t>Build</a:t>
            </a:r>
            <a:r>
              <a:rPr lang="pl-PL">
                <a:ea typeface="+mn-lt"/>
                <a:cs typeface="+mn-lt"/>
              </a:rPr>
              <a:t> the image from the local Dockerfile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</a:t>
            </a:r>
            <a:r>
              <a:rPr lang="pl-PL" err="1">
                <a:ea typeface="+mn-lt"/>
                <a:cs typeface="+mn-lt"/>
              </a:rPr>
              <a:t>build</a:t>
            </a:r>
            <a:r>
              <a:rPr lang="pl-PL">
                <a:ea typeface="+mn-lt"/>
                <a:cs typeface="+mn-lt"/>
              </a:rPr>
              <a:t>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   </a:t>
            </a:r>
            <a:r>
              <a:rPr lang="pl-PL" err="1">
                <a:ea typeface="+mn-lt"/>
                <a:cs typeface="+mn-lt"/>
              </a:rPr>
              <a:t>context</a:t>
            </a:r>
            <a:r>
              <a:rPr lang="pl-PL">
                <a:ea typeface="+mn-lt"/>
                <a:cs typeface="+mn-lt"/>
              </a:rPr>
              <a:t>: .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   </a:t>
            </a:r>
            <a:r>
              <a:rPr lang="pl-PL" err="1">
                <a:ea typeface="+mn-lt"/>
                <a:cs typeface="+mn-lt"/>
              </a:rPr>
              <a:t>dockerfile</a:t>
            </a:r>
            <a:r>
              <a:rPr lang="pl-PL">
                <a:ea typeface="+mn-lt"/>
                <a:cs typeface="+mn-lt"/>
              </a:rPr>
              <a:t>: </a:t>
            </a:r>
            <a:r>
              <a:rPr lang="pl-PL" err="1">
                <a:ea typeface="+mn-lt"/>
                <a:cs typeface="+mn-lt"/>
              </a:rPr>
              <a:t>Dockerfile</a:t>
            </a:r>
            <a:endParaRPr lang="pl-PL" err="1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# </a:t>
            </a:r>
            <a:r>
              <a:rPr lang="pl-PL" err="1">
                <a:ea typeface="+mn-lt"/>
                <a:cs typeface="+mn-lt"/>
              </a:rPr>
              <a:t>Optional</a:t>
            </a:r>
            <a:r>
              <a:rPr lang="pl-PL">
                <a:ea typeface="+mn-lt"/>
                <a:cs typeface="+mn-lt"/>
              </a:rPr>
              <a:t>: also tag the built image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image: </a:t>
            </a:r>
            <a:r>
              <a:rPr lang="pl-PL" err="1">
                <a:ea typeface="+mn-lt"/>
                <a:cs typeface="+mn-lt"/>
              </a:rPr>
              <a:t>my-flask:latest</a:t>
            </a:r>
            <a:endParaRPr lang="pl-PL" err="1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</a:t>
            </a:r>
            <a:r>
              <a:rPr lang="pl-PL" err="1">
                <a:ea typeface="+mn-lt"/>
                <a:cs typeface="+mn-lt"/>
              </a:rPr>
              <a:t>ports</a:t>
            </a:r>
            <a:r>
              <a:rPr lang="pl-PL">
                <a:ea typeface="+mn-lt"/>
                <a:cs typeface="+mn-lt"/>
              </a:rPr>
              <a:t>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   - "5000:5000"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environment: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   - REDIS_HOST=</a:t>
            </a:r>
            <a:r>
              <a:rPr lang="pl-PL" err="1">
                <a:ea typeface="+mn-lt"/>
                <a:cs typeface="+mn-lt"/>
              </a:rPr>
              <a:t>redis</a:t>
            </a:r>
            <a:endParaRPr lang="pl-PL" err="1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   - REDIS_PORT=6379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</a:t>
            </a:r>
            <a:r>
              <a:rPr lang="pl-PL" err="1">
                <a:ea typeface="+mn-lt"/>
                <a:cs typeface="+mn-lt"/>
              </a:rPr>
              <a:t>depends_on</a:t>
            </a:r>
            <a:r>
              <a:rPr lang="pl-PL">
                <a:ea typeface="+mn-lt"/>
                <a:cs typeface="+mn-lt"/>
              </a:rPr>
              <a:t>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   - </a:t>
            </a:r>
            <a:r>
              <a:rPr lang="pl-PL" err="1">
                <a:ea typeface="+mn-lt"/>
                <a:cs typeface="+mn-lt"/>
              </a:rPr>
              <a:t>redis</a:t>
            </a:r>
            <a:endParaRPr lang="pl-PL" err="1"/>
          </a:p>
          <a:p>
            <a:pPr>
              <a:buNone/>
            </a:pP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 </a:t>
            </a:r>
            <a:r>
              <a:rPr lang="pl-PL" err="1">
                <a:ea typeface="+mn-lt"/>
                <a:cs typeface="+mn-lt"/>
              </a:rPr>
              <a:t>redis</a:t>
            </a:r>
            <a:r>
              <a:rPr lang="pl-PL">
                <a:ea typeface="+mn-lt"/>
                <a:cs typeface="+mn-lt"/>
              </a:rPr>
              <a:t>: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image: redis:7-alpine</a:t>
            </a:r>
            <a:endParaRPr lang="pl-PL"/>
          </a:p>
          <a:p>
            <a:pPr>
              <a:buNone/>
            </a:pPr>
            <a:r>
              <a:rPr lang="pl-PL">
                <a:ea typeface="+mn-lt"/>
                <a:cs typeface="+mn-lt"/>
              </a:rPr>
              <a:t>    </a:t>
            </a:r>
            <a:r>
              <a:rPr lang="pl-PL" err="1">
                <a:ea typeface="+mn-lt"/>
                <a:cs typeface="+mn-lt"/>
              </a:rPr>
              <a:t>volumes</a:t>
            </a:r>
            <a:r>
              <a:rPr lang="pl-PL">
                <a:ea typeface="+mn-lt"/>
                <a:cs typeface="+mn-lt"/>
              </a:rPr>
              <a:t>:</a:t>
            </a:r>
            <a:endParaRPr lang="pl-PL"/>
          </a:p>
          <a:p>
            <a:pPr marL="0" indent="0">
              <a:buNone/>
            </a:pPr>
            <a:r>
              <a:rPr lang="pl-PL">
                <a:ea typeface="+mn-lt"/>
                <a:cs typeface="+mn-lt"/>
              </a:rPr>
              <a:t>      - </a:t>
            </a:r>
            <a:r>
              <a:rPr lang="pl-PL" err="1">
                <a:ea typeface="+mn-lt"/>
                <a:cs typeface="+mn-lt"/>
              </a:rPr>
              <a:t>redis</a:t>
            </a:r>
            <a:r>
              <a:rPr lang="pl-PL">
                <a:ea typeface="+mn-lt"/>
                <a:cs typeface="+mn-lt"/>
              </a:rPr>
              <a:t>-data:/data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846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D558B519152FD44A5E5F4D45141AB9B" ma:contentTypeVersion="3" ma:contentTypeDescription="Utwórz nowy dokument." ma:contentTypeScope="" ma:versionID="7e50b4d32a2b45ce1c46daed5d596d23">
  <xsd:schema xmlns:xsd="http://www.w3.org/2001/XMLSchema" xmlns:xs="http://www.w3.org/2001/XMLSchema" xmlns:p="http://schemas.microsoft.com/office/2006/metadata/properties" xmlns:ns2="1c962ea6-af52-4093-ba83-b4b54ebd99b7" targetNamespace="http://schemas.microsoft.com/office/2006/metadata/properties" ma:root="true" ma:fieldsID="2d47713d051347aae758e6ff6eb5052c" ns2:_="">
    <xsd:import namespace="1c962ea6-af52-4093-ba83-b4b54ebd9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962ea6-af52-4093-ba83-b4b54ebd99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7A9A72-F6C5-4569-8552-9A0934A4CB55}">
  <ds:schemaRefs>
    <ds:schemaRef ds:uri="1c962ea6-af52-4093-ba83-b4b54ebd99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4247EE2-B442-4B5D-939B-C850663E86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3B3158-03CA-49A1-8A4A-886AD5C5BC3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Docker</vt:lpstr>
      <vt:lpstr>Basic commands</vt:lpstr>
      <vt:lpstr>Dockerfile</vt:lpstr>
      <vt:lpstr>Build and run </vt:lpstr>
      <vt:lpstr>Manage docker from terminal</vt:lpstr>
      <vt:lpstr>Docker Compose (for multi-container apps)</vt:lpstr>
      <vt:lpstr>Docker Compose with predefined Dockerfile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Mateusz Żbikowski</dc:creator>
  <cp:revision>1</cp:revision>
  <dcterms:created xsi:type="dcterms:W3CDTF">2025-10-01T14:04:20Z</dcterms:created>
  <dcterms:modified xsi:type="dcterms:W3CDTF">2026-03-12T17:22:51Z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0x010100FD558B519152FD44A5E5F4D45141AB9B</vt:lpwstr>
  </property>
</Properties>
</file>